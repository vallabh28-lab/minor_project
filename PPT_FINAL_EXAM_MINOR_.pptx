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61" r:id="rId7"/>
    <p:sldId id="266" r:id="rId8"/>
    <p:sldId id="268" r:id="rId9"/>
    <p:sldId id="267" r:id="rId10"/>
    <p:sldId id="269" r:id="rId11"/>
    <p:sldId id="270" r:id="rId12"/>
    <p:sldId id="262" r:id="rId13"/>
    <p:sldId id="263" r:id="rId14"/>
    <p:sldId id="264" r:id="rId15"/>
    <p:sldId id="265" r:id="rId16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howGuides="1">
      <p:cViewPr varScale="1">
        <p:scale>
          <a:sx n="45" d="100"/>
          <a:sy n="45" d="100"/>
        </p:scale>
        <p:origin x="960" y="4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9" Type="http://schemas.openxmlformats.org/officeDocument/2006/relationships/tableStyles" Target="tableStyles.xml"/><Relationship Id="rId18" Type="http://schemas.openxmlformats.org/officeDocument/2006/relationships/viewProps" Target="viewProps.xml"/><Relationship Id="rId17" Type="http://schemas.openxmlformats.org/officeDocument/2006/relationships/presProps" Target="presProps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92" name="Google Shape;92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98" name="Google Shape;98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18" name="Google Shape;118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16432b3a3c0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25" name="Google Shape;125;g16432b3a3c0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32" name="Google Shape;132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38" name="Google Shape;138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44" name="Google Shape;144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matchingName="Title Slid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4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 panose="020F0502020204030204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4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4" name="Google Shape;14;p1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1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1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</a:fld>
            <a:endParaRPr lang="en-I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matchingName="Title and Content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" name="Google Shape;20;p1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1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1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</a:fld>
            <a:endParaRPr lang="en-I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matchingName="Section Header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16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 panose="020F0502020204030204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6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Google Shape;26;p1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1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1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</a:fld>
            <a:endParaRPr lang="en-I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matchingName="Two Content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1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7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2" name="Google Shape;32;p17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3" name="Google Shape;33;p1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1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</a:fld>
            <a:endParaRPr lang="en-I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matchingName="Comparison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8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8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/>
        </p:txBody>
      </p:sp>
      <p:sp>
        <p:nvSpPr>
          <p:cNvPr id="39" name="Google Shape;39;p18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18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/>
        </p:txBody>
      </p:sp>
      <p:sp>
        <p:nvSpPr>
          <p:cNvPr id="41" name="Google Shape;41;p18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1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1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1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</a:fld>
            <a:endParaRPr lang="en-I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matchingName="Title 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9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1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</a:fld>
            <a:endParaRPr lang="en-I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matchingNam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2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2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</a:fld>
            <a:endParaRPr lang="en-I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matchingName="Content with Caption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1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 panose="020F0502020204030204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1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21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58" name="Google Shape;58;p2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2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</a:fld>
            <a:endParaRPr lang="en-I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matchingName="Picture with Caption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2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 panose="020F0502020204030204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2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22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5" name="Google Shape;65;p2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2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</a:fld>
            <a:endParaRPr lang="en-I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matchingName="Title and Vertical Text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3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2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</a:fld>
            <a:endParaRPr lang="en-I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matchingName="Vertical Title and Text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4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4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2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</a:fld>
            <a:endParaRPr lang="en-I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 panose="020F0502020204030204"/>
              <a:buNone/>
              <a:defRPr sz="4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Char char="•"/>
              <a:defRPr sz="2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8" name="Google Shape;8;p1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9" name="Google Shape;9;p1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10" name="Google Shape;10;p1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</a:fld>
            <a:endParaRPr lang="en-IN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 txBox="1">
            <a:spLocks noGrp="1"/>
          </p:cNvSpPr>
          <p:nvPr>
            <p:ph type="subTitle" idx="1"/>
          </p:nvPr>
        </p:nvSpPr>
        <p:spPr>
          <a:xfrm>
            <a:off x="6980350" y="4422782"/>
            <a:ext cx="4932608" cy="22019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lnSpcReduction="10000"/>
          </a:bodyPr>
          <a:lstStyle/>
          <a:p>
            <a:pPr marL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IN" dirty="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Students Name:</a:t>
            </a:r>
            <a:endParaRPr dirty="0"/>
          </a:p>
          <a:p>
            <a:pPr marL="0" lvl="0" indent="0" algn="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IN" dirty="0" err="1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Abc</a:t>
            </a:r>
            <a:r>
              <a:rPr lang="en-IN" dirty="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(roll number)</a:t>
            </a:r>
            <a:endParaRPr dirty="0"/>
          </a:p>
          <a:p>
            <a:pPr marL="0" lvl="0" indent="0" algn="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IN" dirty="0" err="1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Abc</a:t>
            </a:r>
            <a:r>
              <a:rPr lang="en-IN" dirty="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(roll number)</a:t>
            </a:r>
            <a:endParaRPr dirty="0"/>
          </a:p>
          <a:p>
            <a:pPr marL="0" lvl="0" indent="0" algn="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IN" dirty="0" err="1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Abc</a:t>
            </a:r>
            <a:r>
              <a:rPr lang="en-IN" dirty="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(roll number)</a:t>
            </a:r>
            <a:endParaRPr dirty="0"/>
          </a:p>
          <a:p>
            <a:pPr marL="0" lvl="0" indent="0" algn="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IN" dirty="0" err="1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Abc</a:t>
            </a:r>
            <a:r>
              <a:rPr lang="en-IN" dirty="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(roll number)</a:t>
            </a:r>
            <a:endParaRPr dirty="0"/>
          </a:p>
        </p:txBody>
      </p:sp>
      <p:sp>
        <p:nvSpPr>
          <p:cNvPr id="85" name="Google Shape;85;p1"/>
          <p:cNvSpPr txBox="1"/>
          <p:nvPr/>
        </p:nvSpPr>
        <p:spPr>
          <a:xfrm>
            <a:off x="703485" y="2208508"/>
            <a:ext cx="10740900" cy="10750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3200" b="0" i="0" u="sng" strike="noStrike" cap="none" dirty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Presentation for </a:t>
            </a:r>
            <a:r>
              <a:rPr lang="en-IN" sz="3200" u="sng" dirty="0" err="1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S</a:t>
            </a:r>
            <a:r>
              <a:rPr lang="en-IN" sz="3200" b="0" i="0" u="sng" strike="noStrike" cap="none" dirty="0" err="1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YProject</a:t>
            </a:r>
            <a:r>
              <a:rPr lang="en-IN" sz="3200" b="0" i="0" u="sng" strike="noStrike" cap="none" dirty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Design (</a:t>
            </a:r>
            <a:r>
              <a:rPr lang="en-US" altLang="en-IN" sz="3200" b="0" i="0" u="sng" strike="noStrike" cap="none" dirty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Final Review</a:t>
            </a:r>
            <a:r>
              <a:rPr lang="en-IN" sz="3200" b="0" i="0" u="sng" strike="noStrike" cap="none" dirty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)</a:t>
            </a:r>
            <a:endParaRPr lang="en-IN" sz="3200" b="0" i="0" u="sng" strike="noStrike" cap="none" dirty="0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3200" u="sng" dirty="0">
                <a:solidFill>
                  <a:schemeClr val="dk1"/>
                </a:solidFill>
                <a:latin typeface="Times New Roman" panose="02020603050405020304"/>
                <a:ea typeface="Calibri" panose="020F0502020204030204"/>
                <a:cs typeface="Times New Roman" panose="02020603050405020304"/>
                <a:sym typeface="Times New Roman" panose="02020603050405020304"/>
              </a:rPr>
              <a:t>AY 202</a:t>
            </a:r>
            <a:r>
              <a:rPr lang="en-US" altLang="en-IN" sz="3200" u="sng" dirty="0">
                <a:solidFill>
                  <a:schemeClr val="dk1"/>
                </a:solidFill>
                <a:latin typeface="Times New Roman" panose="02020603050405020304"/>
                <a:ea typeface="Calibri" panose="020F0502020204030204"/>
                <a:cs typeface="Times New Roman" panose="02020603050405020304"/>
                <a:sym typeface="Times New Roman" panose="02020603050405020304"/>
              </a:rPr>
              <a:t>5</a:t>
            </a:r>
            <a:r>
              <a:rPr lang="en-IN" sz="3200" u="sng" dirty="0">
                <a:solidFill>
                  <a:schemeClr val="dk1"/>
                </a:solidFill>
                <a:latin typeface="Times New Roman" panose="02020603050405020304"/>
                <a:ea typeface="Calibri" panose="020F0502020204030204"/>
                <a:cs typeface="Times New Roman" panose="02020603050405020304"/>
                <a:sym typeface="Times New Roman" panose="02020603050405020304"/>
              </a:rPr>
              <a:t>-2</a:t>
            </a:r>
            <a:r>
              <a:rPr lang="en-US" altLang="en-IN" sz="3200" u="sng" dirty="0">
                <a:solidFill>
                  <a:schemeClr val="dk1"/>
                </a:solidFill>
                <a:latin typeface="Times New Roman" panose="02020603050405020304"/>
                <a:ea typeface="Calibri" panose="020F0502020204030204"/>
                <a:cs typeface="Times New Roman" panose="02020603050405020304"/>
                <a:sym typeface="Times New Roman" panose="02020603050405020304"/>
              </a:rPr>
              <a:t>6(3rd Dec)</a:t>
            </a:r>
            <a:endParaRPr lang="en-US" altLang="en-IN" sz="3200" b="0" i="0" u="sng" strike="noStrike" cap="none" dirty="0">
              <a:solidFill>
                <a:schemeClr val="dk1"/>
              </a:solidFill>
              <a:latin typeface="Times New Roman" panose="02020603050405020304"/>
              <a:ea typeface="Calibri" panose="020F0502020204030204"/>
              <a:cs typeface="Times New Roman" panose="02020603050405020304"/>
              <a:sym typeface="Times New Roman" panose="02020603050405020304"/>
            </a:endParaRPr>
          </a:p>
        </p:txBody>
      </p:sp>
      <p:pic>
        <p:nvPicPr>
          <p:cNvPr id="86" name="Google Shape;86;p1" descr="Image result for mit academy of engineering logo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3827383" y="200565"/>
            <a:ext cx="4914900" cy="923925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1"/>
          <p:cNvSpPr txBox="1"/>
          <p:nvPr/>
        </p:nvSpPr>
        <p:spPr>
          <a:xfrm>
            <a:off x="3634908" y="1347163"/>
            <a:ext cx="5299849" cy="523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800" b="0" i="0" u="none" strike="noStrike" cap="none" dirty="0">
                <a:solidFill>
                  <a:srgbClr val="2F549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School of ………… Engineering</a:t>
            </a:r>
            <a:endParaRPr dirty="0"/>
          </a:p>
        </p:txBody>
      </p:sp>
      <p:sp>
        <p:nvSpPr>
          <p:cNvPr id="88" name="Google Shape;88;p1"/>
          <p:cNvSpPr txBox="1"/>
          <p:nvPr/>
        </p:nvSpPr>
        <p:spPr>
          <a:xfrm>
            <a:off x="574695" y="5178065"/>
            <a:ext cx="2814593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None/>
            </a:pPr>
            <a:r>
              <a:rPr lang="en-IN" sz="2400" b="0" u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Guide:</a:t>
            </a:r>
            <a:endParaRPr lang="en-IN" sz="2400" b="0" u="none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None/>
            </a:pPr>
            <a:r>
              <a:rPr lang="en-IN" sz="2400" b="0" u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Mr/Mrs/Dr. ……..</a:t>
            </a:r>
            <a:endParaRPr sz="2400" b="0" u="none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89" name="Google Shape;89;p1"/>
          <p:cNvSpPr txBox="1"/>
          <p:nvPr/>
        </p:nvSpPr>
        <p:spPr>
          <a:xfrm>
            <a:off x="1826222" y="3223312"/>
            <a:ext cx="7961722" cy="769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4400" b="1">
                <a:solidFill>
                  <a:srgbClr val="C55A1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Title of the project</a:t>
            </a:r>
            <a:endParaRPr sz="4400">
              <a:solidFill>
                <a:srgbClr val="C55A1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55A11"/>
              </a:buClr>
              <a:buSzPts val="4400"/>
              <a:buFont typeface="Times New Roman" panose="02020603050405020304"/>
              <a:buNone/>
            </a:pPr>
            <a:r>
              <a:rPr lang="en-IN" b="1">
                <a:solidFill>
                  <a:srgbClr val="C55A1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Index</a:t>
            </a:r>
            <a:endParaRPr lang="en-IN" b="1">
              <a:solidFill>
                <a:srgbClr val="C55A1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95" name="Google Shape;95;p2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lnSpcReduction="20000"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Char char="•"/>
            </a:pPr>
            <a:r>
              <a:rPr lang="en-IN" sz="2800" b="1" dirty="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Introduction</a:t>
            </a:r>
            <a:r>
              <a:rPr lang="en-IN" b="1" dirty="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Char char="•"/>
            </a:pPr>
            <a:r>
              <a:rPr lang="en-IN" sz="2800" b="1" dirty="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Problem Statement </a:t>
            </a:r>
            <a:endParaRPr lang="en-IN" b="1" dirty="0"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Char char="•"/>
            </a:pPr>
            <a:r>
              <a:rPr lang="en-IN" sz="2800" b="1" dirty="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Objectives and Scope</a:t>
            </a:r>
            <a:endParaRPr lang="en-IN" sz="2800" b="1" dirty="0"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Char char="•"/>
            </a:pPr>
            <a:r>
              <a:rPr lang="en-IN" b="1" dirty="0">
                <a:solidFill>
                  <a:srgbClr val="FF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Literature Survey(</a:t>
            </a:r>
            <a:r>
              <a:rPr lang="en-US" altLang="en-IN" b="1" dirty="0">
                <a:solidFill>
                  <a:srgbClr val="FF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I</a:t>
            </a:r>
            <a:r>
              <a:rPr lang="en-IN" b="1" dirty="0">
                <a:solidFill>
                  <a:srgbClr val="FF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mportant)</a:t>
            </a:r>
            <a:endParaRPr lang="en-IN" sz="2800" b="1" dirty="0">
              <a:solidFill>
                <a:srgbClr val="FF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Char char="•"/>
            </a:pPr>
            <a:r>
              <a:rPr lang="en-IN" b="1" dirty="0">
                <a:solidFill>
                  <a:srgbClr val="FF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Applications</a:t>
            </a:r>
            <a:r>
              <a:rPr lang="en-US" altLang="en-IN" b="1" dirty="0">
                <a:solidFill>
                  <a:srgbClr val="FF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(Important)</a:t>
            </a:r>
            <a:endParaRPr lang="en-IN" b="1" dirty="0">
              <a:solidFill>
                <a:srgbClr val="FF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Char char="•"/>
            </a:pPr>
            <a:r>
              <a:rPr lang="en-IN" sz="2800" b="1" dirty="0">
                <a:solidFill>
                  <a:srgbClr val="FF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Algorithm</a:t>
            </a:r>
            <a:r>
              <a:rPr lang="en-US" altLang="en-IN" sz="2800" b="1" dirty="0">
                <a:solidFill>
                  <a:srgbClr val="FF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(Important)</a:t>
            </a:r>
            <a:endParaRPr lang="en-IN" sz="2800" b="1" dirty="0">
              <a:solidFill>
                <a:srgbClr val="FF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Char char="•"/>
            </a:pPr>
            <a:r>
              <a:rPr lang="en-US" sz="2800" b="1" dirty="0">
                <a:solidFill>
                  <a:srgbClr val="FF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Design/Architecture block diagram(Important)</a:t>
            </a:r>
            <a:endParaRPr sz="2800" b="1" dirty="0"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Char char="•"/>
            </a:pPr>
            <a:r>
              <a:rPr lang="en-IN" b="1" dirty="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Software/Hardware Requirement</a:t>
            </a:r>
            <a:endParaRPr sz="2800" b="1" dirty="0"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Char char="•"/>
            </a:pPr>
            <a:r>
              <a:rPr lang="en-IN" sz="2800" b="1" dirty="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References</a:t>
            </a:r>
            <a:endParaRPr sz="2800" b="1" dirty="0"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228600" lvl="0" indent="-50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None/>
            </a:pPr>
            <a:endParaRPr sz="2800" b="1" dirty="0"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55A11"/>
              </a:buClr>
              <a:buSzPts val="4400"/>
              <a:buFont typeface="Times New Roman" panose="02020603050405020304"/>
              <a:buNone/>
            </a:pPr>
            <a:r>
              <a:rPr lang="en-IN" b="1">
                <a:solidFill>
                  <a:srgbClr val="C55A1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Introduction</a:t>
            </a:r>
            <a:endParaRPr lang="en-IN" b="1">
              <a:solidFill>
                <a:srgbClr val="C55A1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02" name="Google Shape;102;p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IN"/>
              <a:t>Text with some figure/diagram to explain</a:t>
            </a:r>
            <a:endParaRPr lang="en-IN"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IN"/>
              <a:t>About the introduction of your project</a:t>
            </a:r>
            <a:endParaRPr lang="en-IN"/>
          </a:p>
        </p:txBody>
      </p:sp>
      <p:sp>
        <p:nvSpPr>
          <p:cNvPr id="103" name="Google Shape;103;p3"/>
          <p:cNvSpPr txBox="1"/>
          <p:nvPr/>
        </p:nvSpPr>
        <p:spPr>
          <a:xfrm>
            <a:off x="6642340" y="5001266"/>
            <a:ext cx="5761987" cy="7768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 panose="020B0604020202020204"/>
              <a:buNone/>
            </a:pPr>
            <a:endParaRPr sz="2800" dirty="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6"/>
          <p:cNvSpPr txBox="1">
            <a:spLocks noGrp="1"/>
          </p:cNvSpPr>
          <p:nvPr>
            <p:ph type="title"/>
          </p:nvPr>
        </p:nvSpPr>
        <p:spPr>
          <a:xfrm>
            <a:off x="838200" y="81791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55A11"/>
              </a:buClr>
              <a:buSzPts val="4400"/>
              <a:buFont typeface="Times New Roman" panose="02020603050405020304"/>
              <a:buNone/>
            </a:pPr>
            <a:r>
              <a:rPr lang="en-IN" b="1">
                <a:solidFill>
                  <a:srgbClr val="C55A1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Problem statement</a:t>
            </a:r>
            <a:endParaRPr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21" name="Google Shape;121;p6"/>
          <p:cNvSpPr txBox="1">
            <a:spLocks noGrp="1"/>
          </p:cNvSpPr>
          <p:nvPr>
            <p:ph type="body" idx="1"/>
          </p:nvPr>
        </p:nvSpPr>
        <p:spPr>
          <a:xfrm>
            <a:off x="838200" y="2624115"/>
            <a:ext cx="10515600" cy="33903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685800" lvl="1" indent="-254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endParaRPr sz="3200" dirty="0">
              <a:solidFill>
                <a:srgbClr val="C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22" name="Google Shape;122;p6"/>
          <p:cNvSpPr txBox="1"/>
          <p:nvPr/>
        </p:nvSpPr>
        <p:spPr>
          <a:xfrm>
            <a:off x="990600" y="1449991"/>
            <a:ext cx="10515600" cy="10334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marR="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Char char="•"/>
            </a:pPr>
            <a:r>
              <a:rPr lang="en-IN" sz="280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Your project title here…</a:t>
            </a:r>
            <a:endParaRPr sz="2800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400" b="1" dirty="0">
                <a:solidFill>
                  <a:srgbClr val="C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Objectives and Scope</a:t>
            </a:r>
            <a:br>
              <a:rPr lang="en-US" dirty="0"/>
            </a:br>
            <a:endParaRPr lang="en-IN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1800" b="1" dirty="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1.  </a:t>
            </a:r>
            <a:endParaRPr lang="en-US" dirty="0"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1800" b="1" dirty="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2.</a:t>
            </a:r>
            <a:endParaRPr lang="en-US" dirty="0"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1800" b="1" dirty="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3.</a:t>
            </a:r>
            <a:endParaRPr lang="en-US" dirty="0"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1800" b="1" dirty="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4.</a:t>
            </a:r>
            <a:endParaRPr lang="en-US" dirty="0"/>
          </a:p>
          <a:p>
            <a:endParaRPr lang="en-IN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400" b="1" dirty="0">
                <a:solidFill>
                  <a:srgbClr val="C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Literature Survey</a:t>
            </a:r>
            <a:br>
              <a:rPr lang="en-US" dirty="0"/>
            </a:br>
            <a:endParaRPr lang="en-IN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1800" b="1" dirty="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1.  </a:t>
            </a:r>
            <a:endParaRPr lang="en-US" dirty="0"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1800" b="1" dirty="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2.</a:t>
            </a:r>
            <a:endParaRPr lang="en-US" dirty="0"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1800" b="1" dirty="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3.</a:t>
            </a:r>
            <a:endParaRPr lang="en-US" dirty="0"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1800" b="1" dirty="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4.</a:t>
            </a:r>
            <a:endParaRPr lang="en-US" dirty="0"/>
          </a:p>
          <a:p>
            <a:endParaRPr lang="en-IN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  <a:sym typeface="Times New Roman" panose="02020603050405020304"/>
              </a:rPr>
              <a:t>Applications of Project </a:t>
            </a:r>
            <a:endParaRPr lang="en-IN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1800" b="1" dirty="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1.  </a:t>
            </a:r>
            <a:endParaRPr lang="en-US" dirty="0"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1800" b="1" dirty="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2.</a:t>
            </a:r>
            <a:endParaRPr lang="en-US" dirty="0"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1800" b="1" dirty="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3.</a:t>
            </a:r>
            <a:endParaRPr lang="en-US" dirty="0"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1800" b="1" dirty="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4.</a:t>
            </a:r>
            <a:endParaRPr lang="en-US" dirty="0"/>
          </a:p>
          <a:p>
            <a:endParaRPr lang="en-IN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  <a:sym typeface="Times New Roman" panose="02020603050405020304"/>
              </a:rPr>
              <a:t>Algorithm/Models of Project</a:t>
            </a:r>
            <a:endParaRPr lang="en-IN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1800" b="1" dirty="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1.  </a:t>
            </a:r>
            <a:endParaRPr lang="en-US" dirty="0"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1800" b="1" dirty="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2.</a:t>
            </a:r>
            <a:endParaRPr lang="en-US" dirty="0"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1800" b="1" dirty="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3.</a:t>
            </a:r>
            <a:endParaRPr lang="en-US" dirty="0"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1800" b="1" dirty="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4.</a:t>
            </a:r>
            <a:endParaRPr lang="en-US" dirty="0"/>
          </a:p>
          <a:p>
            <a:endParaRPr lang="en-IN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  <a:sym typeface="Times New Roman" panose="02020603050405020304"/>
              </a:rPr>
              <a:t>Design /Architecture Block diagram of Project</a:t>
            </a:r>
            <a:endParaRPr lang="en-IN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1800" b="1" dirty="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1.  </a:t>
            </a:r>
            <a:endParaRPr lang="en-US" dirty="0"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1800" b="1" dirty="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2.</a:t>
            </a:r>
            <a:endParaRPr lang="en-US" dirty="0"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1800" b="1" dirty="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3.</a:t>
            </a:r>
            <a:endParaRPr lang="en-US" dirty="0"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1800" b="1" dirty="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4.</a:t>
            </a:r>
            <a:endParaRPr lang="en-US" dirty="0"/>
          </a:p>
          <a:p>
            <a:endParaRPr lang="en-IN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16432b3a3c0_0_0"/>
          <p:cNvSpPr txBox="1">
            <a:spLocks noGrp="1"/>
          </p:cNvSpPr>
          <p:nvPr>
            <p:ph type="title"/>
          </p:nvPr>
        </p:nvSpPr>
        <p:spPr>
          <a:xfrm>
            <a:off x="838200" y="81791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55A11"/>
              </a:buClr>
              <a:buSzPts val="4400"/>
              <a:buFont typeface="Times New Roman" panose="02020603050405020304"/>
              <a:buNone/>
            </a:pPr>
            <a:r>
              <a:rPr lang="en-IN" b="1">
                <a:solidFill>
                  <a:srgbClr val="C55A1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Hardware/Software Requirement</a:t>
            </a:r>
            <a:endParaRPr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28" name="Google Shape;128;g16432b3a3c0_0_0"/>
          <p:cNvSpPr txBox="1">
            <a:spLocks noGrp="1"/>
          </p:cNvSpPr>
          <p:nvPr>
            <p:ph type="body" idx="1"/>
          </p:nvPr>
        </p:nvSpPr>
        <p:spPr>
          <a:xfrm>
            <a:off x="838200" y="2624115"/>
            <a:ext cx="10515600" cy="339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IN" sz="2400" b="1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1.  </a:t>
            </a:r>
            <a:endParaRPr lang="en-IN" sz="2400" b="1"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IN" sz="2400" b="1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2.</a:t>
            </a:r>
            <a:endParaRPr lang="en-IN" sz="2400" b="1"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IN" sz="2400" b="1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3.</a:t>
            </a:r>
            <a:endParaRPr lang="en-IN" sz="2400" b="1"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IN" sz="2400" b="1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4.</a:t>
            </a:r>
            <a:endParaRPr lang="en-IN" sz="2400" b="1"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685800" lvl="1" indent="-254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endParaRPr sz="3200">
              <a:solidFill>
                <a:srgbClr val="C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29" name="Google Shape;129;g16432b3a3c0_0_0"/>
          <p:cNvSpPr txBox="1"/>
          <p:nvPr/>
        </p:nvSpPr>
        <p:spPr>
          <a:xfrm>
            <a:off x="990600" y="1449991"/>
            <a:ext cx="10515600" cy="103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marR="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Char char="•"/>
            </a:pPr>
            <a:endParaRPr sz="2800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 panose="020F0502020204030204"/>
              <a:buNone/>
            </a:pPr>
            <a:endParaRPr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35" name="Google Shape;135;p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IN" dirty="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Block Diagram explanation can be done here…(</a:t>
            </a:r>
            <a:r>
              <a:rPr lang="en-IN" b="1" dirty="0">
                <a:solidFill>
                  <a:srgbClr val="FF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if possible</a:t>
            </a:r>
            <a:r>
              <a:rPr lang="en-IN" dirty="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)</a:t>
            </a:r>
            <a:endParaRPr dirty="0"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IN" dirty="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Along with text, some figure, plot, diagram can be used for explanation</a:t>
            </a:r>
            <a:endParaRPr dirty="0"/>
          </a:p>
          <a:p>
            <a:pPr marL="228600" lvl="0" indent="-50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dirty="0"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228600" lvl="0" indent="-50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dirty="0"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228600" lvl="0" indent="-50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dirty="0"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1"/>
          <p:cNvSpPr txBox="1">
            <a:spLocks noGrp="1"/>
          </p:cNvSpPr>
          <p:nvPr>
            <p:ph type="title"/>
          </p:nvPr>
        </p:nvSpPr>
        <p:spPr>
          <a:xfrm>
            <a:off x="838199" y="244355"/>
            <a:ext cx="10515600" cy="6700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55A11"/>
              </a:buClr>
              <a:buSzPct val="100000"/>
              <a:buFont typeface="Times New Roman" panose="02020603050405020304"/>
              <a:buNone/>
            </a:pPr>
            <a:r>
              <a:rPr lang="en-IN" b="1">
                <a:solidFill>
                  <a:srgbClr val="C55A1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Selected References</a:t>
            </a:r>
            <a:endParaRPr lang="en-IN" b="1">
              <a:solidFill>
                <a:srgbClr val="C55A1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41" name="Google Shape;141;p11"/>
          <p:cNvSpPr txBox="1">
            <a:spLocks noGrp="1"/>
          </p:cNvSpPr>
          <p:nvPr>
            <p:ph type="body" idx="1"/>
          </p:nvPr>
        </p:nvSpPr>
        <p:spPr>
          <a:xfrm>
            <a:off x="215660" y="1009291"/>
            <a:ext cx="11809563" cy="57796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IN" dirty="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At least 4-5 good references. More is always good. (Can have papers, books, websites, blogs, manuals etc…)</a:t>
            </a:r>
            <a:endParaRPr dirty="0"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IN" u="sng" dirty="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For example:</a:t>
            </a:r>
            <a:endParaRPr dirty="0"/>
          </a:p>
          <a:p>
            <a:pPr algn="just">
              <a:lnSpc>
                <a:spcPct val="150000"/>
              </a:lnSpc>
              <a:spcAft>
                <a:spcPts val="800"/>
              </a:spcAft>
            </a:pPr>
            <a:r>
              <a:rPr lang="en-I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[1] Jyothi Peta and Srinivas </a:t>
            </a:r>
            <a:r>
              <a:rPr lang="en-IN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Koppu</a:t>
            </a:r>
            <a:r>
              <a:rPr lang="en-I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"An IoT-Based Framework and Ensemble Optimized Deep </a:t>
            </a:r>
            <a:r>
              <a:rPr lang="en-IN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Maxout</a:t>
            </a:r>
            <a:r>
              <a:rPr lang="en-I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Network Model for Breast Cancer Classification". Electronics 2022, 11, 4137. https://doi.org/10.3390/electronics11244137 </a:t>
            </a:r>
            <a:endParaRPr lang="en-IN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  <a:spcAft>
                <a:spcPts val="800"/>
              </a:spcAft>
            </a:pPr>
            <a:r>
              <a:rPr lang="en-I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[2] MARIO MOLINARA, MARCO FERDINANDI,GIANNI CERRO, LUIGI FERRIGNO and ETTORE MASSERA, "An end to end indoor air monitoring system based on machine learning </a:t>
            </a:r>
            <a:r>
              <a:rPr lang="en-IN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andSENSIPLUS</a:t>
            </a:r>
            <a:r>
              <a:rPr lang="en-I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platform".  in IEEE Access, vol. 8, pp. 72204-72215, 2020, </a:t>
            </a:r>
            <a:r>
              <a:rPr lang="en-IN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doi</a:t>
            </a:r>
            <a:r>
              <a:rPr lang="en-I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: 10.1109/ACCESS.2020.2987756. </a:t>
            </a:r>
            <a:endParaRPr lang="en-IN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2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</a:p>
          <a:p>
            <a:pPr marL="0" lvl="0" indent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6600"/>
              <a:buNone/>
            </a:pPr>
            <a:r>
              <a:rPr lang="en-IN" sz="660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Thank You!!</a:t>
            </a:r>
            <a:endParaRPr lang="en-IN" sz="6600"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lvl="0" indent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6600"/>
              <a:buNone/>
            </a:pPr>
            <a:r>
              <a:rPr lang="en-IN" sz="660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Any questions</a:t>
            </a:r>
            <a:r>
              <a:rPr lang="en-IN" sz="6600">
                <a:solidFill>
                  <a:srgbClr val="548135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.</a:t>
            </a:r>
            <a:endParaRPr lang="en-IN" sz="6600">
              <a:solidFill>
                <a:srgbClr val="548135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1549</Words>
  <Application>WPS Presentation</Application>
  <PresentationFormat>Widescreen</PresentationFormat>
  <Paragraphs>102</Paragraphs>
  <Slides>13</Slides>
  <Notes>8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13</vt:i4>
      </vt:variant>
    </vt:vector>
  </HeadingPairs>
  <TitlesOfParts>
    <vt:vector size="24" baseType="lpstr">
      <vt:lpstr>Arial</vt:lpstr>
      <vt:lpstr>SimSun</vt:lpstr>
      <vt:lpstr>Wingdings</vt:lpstr>
      <vt:lpstr>Arial</vt:lpstr>
      <vt:lpstr>Calibri</vt:lpstr>
      <vt:lpstr>Times New Roman</vt:lpstr>
      <vt:lpstr>Times New Roman</vt:lpstr>
      <vt:lpstr>Calibri</vt:lpstr>
      <vt:lpstr>Microsoft YaHei</vt:lpstr>
      <vt:lpstr>Arial Unicode MS</vt:lpstr>
      <vt:lpstr>Office Theme</vt:lpstr>
      <vt:lpstr>PowerPoint 演示文稿</vt:lpstr>
      <vt:lpstr>Index</vt:lpstr>
      <vt:lpstr>Introduction</vt:lpstr>
      <vt:lpstr>Problem statement</vt:lpstr>
      <vt:lpstr>Objectives and Scope </vt:lpstr>
      <vt:lpstr>Literature Survey </vt:lpstr>
      <vt:lpstr>Applications of Project </vt:lpstr>
      <vt:lpstr>Algorithm/Models of Project</vt:lpstr>
      <vt:lpstr>Design /Architecture Block diagram of Project</vt:lpstr>
      <vt:lpstr>Hardware/Software Requirement</vt:lpstr>
      <vt:lpstr>PowerPoint 演示文稿</vt:lpstr>
      <vt:lpstr>Selected References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Jitesh Jha</dc:creator>
  <cp:lastModifiedBy>Padma Nimbhore</cp:lastModifiedBy>
  <cp:revision>10</cp:revision>
  <dcterms:created xsi:type="dcterms:W3CDTF">2019-11-12T13:11:00Z</dcterms:created>
  <dcterms:modified xsi:type="dcterms:W3CDTF">2025-11-29T12:44:29Z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091DBDCC4E85452BB423873CA4812FFD_13</vt:lpwstr>
  </property>
  <property fmtid="{D5CDD505-2E9C-101B-9397-08002B2CF9AE}" pid="3" name="KSOProductBuildVer">
    <vt:lpwstr>1033-12.2.0.23155</vt:lpwstr>
  </property>
</Properties>
</file>